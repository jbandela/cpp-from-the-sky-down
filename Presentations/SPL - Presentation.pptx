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5"/>
  </p:normalViewPr>
  <p:slideViewPr>
    <p:cSldViewPr snapToGrid="0">
      <p:cViewPr varScale="1">
        <p:scale>
          <a:sx n="106" d="100"/>
          <a:sy n="106" d="100"/>
        </p:scale>
        <p:origin x="98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c47e4417b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voq35E188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odbolt.org/z/P7EGdPasz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3A214-B352-5CE8-821E-A054123E4E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8E3E58-0433-7C82-95F8-7D451E8BE8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John R. Bandela, MD</a:t>
            </a:r>
          </a:p>
        </p:txBody>
      </p:sp>
    </p:spTree>
    <p:extLst>
      <p:ext uri="{BB962C8B-B14F-4D97-AF65-F5344CB8AC3E}">
        <p14:creationId xmlns:p14="http://schemas.microsoft.com/office/powerpoint/2010/main" val="2869896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5C9C5-73A6-3054-B458-005D99C40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B8C2650-FED8-0873-5DAD-FF53E7CBDD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5816" y="1979033"/>
            <a:ext cx="10799576" cy="294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59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724F7-E061-60F5-22BC-15F0C8BEC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196CB-82EC-EA34-3D96-91741CC22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text file and an integer k, print the k most common words in the file (and the number of their occurrences in decreasing frequency)</a:t>
            </a:r>
          </a:p>
        </p:txBody>
      </p:sp>
    </p:spTree>
    <p:extLst>
      <p:ext uri="{BB962C8B-B14F-4D97-AF65-F5344CB8AC3E}">
        <p14:creationId xmlns:p14="http://schemas.microsoft.com/office/powerpoint/2010/main" val="760290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77D74-FA15-2BC6-5C24-31D9A64A6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 Knuth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2E504-68EC-7E14-F3FF-6AAEF5763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Produces a masterpiece using literate programming and WEB</a:t>
            </a:r>
          </a:p>
          <a:p>
            <a:pPr lvl="1"/>
            <a:r>
              <a:rPr lang="en-US" dirty="0"/>
              <a:t>Elegant Pascal code</a:t>
            </a:r>
          </a:p>
          <a:p>
            <a:pPr lvl="1"/>
            <a:r>
              <a:rPr lang="en-US" dirty="0"/>
              <a:t>Tries</a:t>
            </a:r>
          </a:p>
          <a:p>
            <a:pPr lvl="1"/>
            <a:r>
              <a:rPr lang="en-US" dirty="0"/>
              <a:t>Beautifully typeset with cross-references</a:t>
            </a:r>
          </a:p>
        </p:txBody>
      </p:sp>
    </p:spTree>
    <p:extLst>
      <p:ext uri="{BB962C8B-B14F-4D97-AF65-F5344CB8AC3E}">
        <p14:creationId xmlns:p14="http://schemas.microsoft.com/office/powerpoint/2010/main" val="3798880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F4DF3-F475-AFAD-2341-62941F711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Doug McIlroy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6A0E9AF-244E-62B6-D770-828DA81FAF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6157" y="2240299"/>
            <a:ext cx="10564490" cy="242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632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2F132-130E-76CF-9ADA-00AB6AC62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0D37D-0E0C-69C6-8A08-F15939B47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Writing a series of transformations as a single expression without nested parentheses, rather than the more standard style of using separate invocations</a:t>
            </a:r>
          </a:p>
          <a:p>
            <a:r>
              <a:rPr lang="en-US" dirty="0"/>
              <a:t>Common in other languages</a:t>
            </a:r>
          </a:p>
          <a:p>
            <a:pPr lvl="1"/>
            <a:r>
              <a:rPr lang="en-US" dirty="0"/>
              <a:t>Bash uses |</a:t>
            </a:r>
          </a:p>
          <a:p>
            <a:pPr lvl="1"/>
            <a:r>
              <a:rPr lang="en-US" dirty="0"/>
              <a:t>F# uses |&gt;</a:t>
            </a:r>
          </a:p>
          <a:p>
            <a:r>
              <a:rPr lang="en-US" dirty="0"/>
              <a:t>The primary syntactic feature is the lack of unbounded nesting</a:t>
            </a:r>
          </a:p>
        </p:txBody>
      </p:sp>
    </p:spTree>
    <p:extLst>
      <p:ext uri="{BB962C8B-B14F-4D97-AF65-F5344CB8AC3E}">
        <p14:creationId xmlns:p14="http://schemas.microsoft.com/office/powerpoint/2010/main" val="559027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77FC-7D6F-E5F6-E5F0-5AA6695BB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D920D-1842-4E30-CDF6-45CA0F3C6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Standard C++, non-pipeline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auto result1 = f1(input);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auto result2 = f2(result1);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auto result3 = f3(result1);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Pipeline style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auto result = input | f1 | f2 | f3;</a:t>
            </a:r>
          </a:p>
        </p:txBody>
      </p:sp>
    </p:spTree>
    <p:extLst>
      <p:ext uri="{BB962C8B-B14F-4D97-AF65-F5344CB8AC3E}">
        <p14:creationId xmlns:p14="http://schemas.microsoft.com/office/powerpoint/2010/main" val="1346153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1F54E-EC9E-5369-178F-4F955076D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32943-2C1B-6903-CEA9-EEA0DC412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Pipeline</a:t>
            </a:r>
          </a:p>
          <a:p>
            <a:pPr lvl="1"/>
            <a:r>
              <a:rPr lang="en-US" dirty="0"/>
              <a:t>The entire series</a:t>
            </a:r>
          </a:p>
          <a:p>
            <a:pPr lvl="1"/>
            <a:r>
              <a:rPr lang="en-US" dirty="0"/>
              <a:t>input | f1 | f2 | f3</a:t>
            </a:r>
          </a:p>
          <a:p>
            <a:r>
              <a:rPr lang="en-US" dirty="0"/>
              <a:t>Stage</a:t>
            </a:r>
          </a:p>
          <a:p>
            <a:pPr lvl="1"/>
            <a:r>
              <a:rPr lang="en-US" dirty="0"/>
              <a:t>Each individual component of the pipeline</a:t>
            </a:r>
          </a:p>
          <a:p>
            <a:pPr lvl="2"/>
            <a:r>
              <a:rPr lang="en-US" dirty="0"/>
              <a:t>f1</a:t>
            </a:r>
          </a:p>
          <a:p>
            <a:pPr lvl="2"/>
            <a:r>
              <a:rPr lang="en-US" dirty="0"/>
              <a:t>f2</a:t>
            </a:r>
          </a:p>
          <a:p>
            <a:pPr lvl="2"/>
            <a:r>
              <a:rPr lang="en-US" dirty="0"/>
              <a:t>F2</a:t>
            </a:r>
          </a:p>
          <a:p>
            <a:pPr lvl="1"/>
            <a:r>
              <a:rPr lang="en-US" dirty="0"/>
              <a:t>Also have seen </a:t>
            </a:r>
            <a:r>
              <a:rPr lang="en-US" i="1" dirty="0"/>
              <a:t>combinator</a:t>
            </a:r>
            <a:r>
              <a:rPr lang="en-US" dirty="0"/>
              <a:t> used for this, but we will use stage</a:t>
            </a:r>
          </a:p>
        </p:txBody>
      </p:sp>
    </p:spTree>
    <p:extLst>
      <p:ext uri="{BB962C8B-B14F-4D97-AF65-F5344CB8AC3E}">
        <p14:creationId xmlns:p14="http://schemas.microsoft.com/office/powerpoint/2010/main" val="2405004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52FD9-BDEE-77C0-B434-5AE70A4A0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std::ranges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63F11-B87B-4CB4-82B0-E43412491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auto const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{0, 1, 2, 3};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auto even = [](int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}{return 0 ==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% 2;}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auto square = [](int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){return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;};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for(int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ints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| std::views::filter(even),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| std::views::transform(square))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&lt;&lt; ‘ ’; </a:t>
            </a:r>
          </a:p>
        </p:txBody>
      </p:sp>
    </p:spTree>
    <p:extLst>
      <p:ext uri="{BB962C8B-B14F-4D97-AF65-F5344CB8AC3E}">
        <p14:creationId xmlns:p14="http://schemas.microsoft.com/office/powerpoint/2010/main" val="3334792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4A21D-7259-9CA1-9F7F-615F8299E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complicated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9431D-7385-AF26-B227-C3B598ED9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https://godbolt.org/z/c47e4417b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44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6277C-2B2E-FDF1-5DBB-A16128E1E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DA1FC-6E79-29F5-20CD-F09B14DDE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https://godbolt.org/z/voq35E188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386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673D8-9C38-87FC-71C0-0D4123A3B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530AA-4A8C-6FAE-264D-38983F87D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godbolt.org</a:t>
            </a:r>
            <a:r>
              <a:rPr lang="en-US" dirty="0">
                <a:hlinkClick r:id="rId2"/>
              </a:rPr>
              <a:t>/z/P7EGdPasz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37532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37</TotalTime>
  <Words>291</Words>
  <Application>Microsoft Macintosh PowerPoint</Application>
  <PresentationFormat>Widescreen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Consolas</vt:lpstr>
      <vt:lpstr>Trebuchet MS</vt:lpstr>
      <vt:lpstr>Wingdings 3</vt:lpstr>
      <vt:lpstr>Facet</vt:lpstr>
      <vt:lpstr>SPL</vt:lpstr>
      <vt:lpstr>History</vt:lpstr>
      <vt:lpstr>Challenge</vt:lpstr>
      <vt:lpstr>Don Knuth</vt:lpstr>
      <vt:lpstr>Doug McIlroy</vt:lpstr>
      <vt:lpstr>Pipeline style</vt:lpstr>
      <vt:lpstr>C++ Pseudocode</vt:lpstr>
      <vt:lpstr>Terminology</vt:lpstr>
      <vt:lpstr>std::ranges</vt:lpstr>
      <vt:lpstr>More complicated example</vt:lpstr>
      <vt:lpstr>Spl</vt:lpstr>
      <vt:lpstr>Stack Size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Bandela</dc:creator>
  <cp:lastModifiedBy>John Bandela</cp:lastModifiedBy>
  <cp:revision>8</cp:revision>
  <dcterms:created xsi:type="dcterms:W3CDTF">2026-01-14T10:54:23Z</dcterms:created>
  <dcterms:modified xsi:type="dcterms:W3CDTF">2026-01-14T11:32:11Z</dcterms:modified>
</cp:coreProperties>
</file>